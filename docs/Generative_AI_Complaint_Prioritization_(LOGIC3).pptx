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Generative AI System for</a:t>
            </a:r>
          </a:p>
          <a:p>
            <a:r>
              <a:t>Context-Aware Complaint Prioritization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Name: (LOGIC)³</a:t>
            </a:r>
          </a:p>
          <a:p/>
          <a:p>
            <a:r>
              <a:t>Team Leader: Gaurav Chaudhary</a:t>
            </a:r>
          </a:p>
          <a:p>
            <a:r>
              <a:t>Team Members: Ichcha Mehrishi, Balkrishna Goswami</a:t>
            </a:r>
          </a:p>
          <a:p/>
          <a:p>
            <a:r>
              <a:t>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r>
              <a:t>• Organizations receive large volumes of complaints.</a:t>
            </a:r>
          </a:p>
          <a:p>
            <a:r>
              <a:t>• Existing systems rely on keyword matching and sentiment analysis.</a:t>
            </a:r>
          </a:p>
          <a:p>
            <a:r>
              <a:t>• Critical and systemic issues are often misprioritized.</a:t>
            </a:r>
          </a:p>
          <a:p/>
          <a:p>
            <a:r>
              <a:t>Objectives:</a:t>
            </a:r>
          </a:p>
          <a:p>
            <a:r>
              <a:t>• Analyze complaint context using NLP and Generative AI.</a:t>
            </a:r>
          </a:p>
          <a:p>
            <a:r>
              <a:t>• Infer urgency, impact, and systemic risk.</a:t>
            </a:r>
          </a:p>
          <a:p>
            <a:r>
              <a:t>• Provide explainable and reliable prioritization.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Complaint ingestion via API or portal</a:t>
            </a:r>
          </a:p>
          <a:p>
            <a:r>
              <a:t>2. Text preprocessing and feature extraction</a:t>
            </a:r>
          </a:p>
          <a:p>
            <a:r>
              <a:t>3. Contextual reasoning using LLMs</a:t>
            </a:r>
          </a:p>
          <a:p>
            <a:r>
              <a:t>4. Urgency, impact, and systemic risk inference</a:t>
            </a:r>
          </a:p>
          <a:p>
            <a:r>
              <a:t>5. Priority scoring and escalation decision</a:t>
            </a:r>
          </a:p>
          <a:p>
            <a:r>
              <a:t>6. Explanation generation</a:t>
            </a:r>
          </a:p>
          <a:p>
            <a:r>
              <a:t>7. Feedback collection for continuous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Components:</a:t>
            </a:r>
          </a:p>
          <a:p>
            <a:r>
              <a:t>• Frontend Dashboard for triage teams</a:t>
            </a:r>
          </a:p>
          <a:p>
            <a:r>
              <a:t>• FastAPI backend for ingestion and inference</a:t>
            </a:r>
          </a:p>
          <a:p>
            <a:r>
              <a:t>• NLP preprocessing module</a:t>
            </a:r>
          </a:p>
          <a:p>
            <a:r>
              <a:t>• LLM-based reasoning engine</a:t>
            </a:r>
          </a:p>
          <a:p>
            <a:r>
              <a:t>• Priority scoring and explainability module</a:t>
            </a:r>
          </a:p>
          <a:p>
            <a:r>
              <a:t>• Database and analytics layer</a:t>
            </a:r>
          </a:p>
          <a:p/>
          <a:p>
            <a:r>
              <a:t>Technical Approach:</a:t>
            </a:r>
          </a:p>
          <a:p>
            <a:r>
              <a:t>• Hybrid ML + LLM architecture</a:t>
            </a:r>
          </a:p>
          <a:p>
            <a:r>
              <a:t>• Multi-factor priority scoring</a:t>
            </a:r>
          </a:p>
          <a:p>
            <a:r>
              <a:t>• Explainable AI for decision transparency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Uniqueness, Innovation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Uniqueness &amp; Innovation:</a:t>
            </a:r>
          </a:p>
          <a:p>
            <a:r>
              <a:t>• Context-aware prioritization beyond sentiment analysis</a:t>
            </a:r>
          </a:p>
          <a:p>
            <a:r>
              <a:t>• Systemic risk detection using pattern analysis</a:t>
            </a:r>
          </a:p>
          <a:p>
            <a:r>
              <a:t>• Human-readable explanations for escalation</a:t>
            </a:r>
          </a:p>
          <a:p>
            <a:r>
              <a:t>• Feedback-driven learning loop</a:t>
            </a:r>
          </a:p>
          <a:p/>
          <a:p>
            <a:r>
              <a:t>Weekly Timeline (High-Level):</a:t>
            </a:r>
          </a:p>
          <a:p>
            <a:r>
              <a:t>• Week 1: Requirement analysis &amp; data study</a:t>
            </a:r>
          </a:p>
          <a:p>
            <a:r>
              <a:t>• Week 2: Model design &amp; backend setup</a:t>
            </a:r>
          </a:p>
          <a:p>
            <a:r>
              <a:t>• Week 3: AI integration &amp; explainability</a:t>
            </a:r>
          </a:p>
          <a:p>
            <a:r>
              <a:t>• Week 4: Dashboard, testing &amp;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 Contributions:</a:t>
            </a:r>
          </a:p>
          <a:p>
            <a:r>
              <a:t>• Gaurav Chaudhary: System architecture, backend, AI logic</a:t>
            </a:r>
          </a:p>
          <a:p>
            <a:r>
              <a:t>• Ichcha Mehrishi: NLP modeling, evaluation, testing</a:t>
            </a:r>
          </a:p>
          <a:p>
            <a:r>
              <a:t>• Balkrishna Goswami: API integration, dashboard &amp; analytics</a:t>
            </a:r>
          </a:p>
          <a:p/>
          <a:p>
            <a:r>
              <a:t>Expected Outcomes:</a:t>
            </a:r>
          </a:p>
          <a:p>
            <a:r>
              <a:t>• Accurate and explainable complaint prioritization</a:t>
            </a:r>
          </a:p>
          <a:p>
            <a:r>
              <a:t>• Early detection of systemic issues</a:t>
            </a:r>
          </a:p>
          <a:p>
            <a:r>
              <a:t>• Reduced resolution time and improved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